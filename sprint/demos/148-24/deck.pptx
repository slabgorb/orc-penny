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148-24</a:t>
            </a:r>
          </a:p>
          <a:p>
            <a:pPr>
              <a:defRPr sz="2000"/>
            </a:pPr>
            <a:r>
              <a:t>Peloton layout selection — horizontal, vertical, or 2x2 grid for team panes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Problem: When Pennyfarthing launches a full agent team (the "Peloton"), all the agent terminal panes appeared in one fixed arrangement — users had no control over how that workspace was organized on screen. Why it matters: Different monitors, different workflows, and different team sizes all benefit from different layouts. A 2-agent pairing session looks very different from a 4-agent full-team run, and forcing a single arrangement wasted screen real estate and made it harder for operators to monitor what each agent was doing.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Before this change, when you kicked off a Peloton run, all your AI teammates appeared in their terminal panes in whatever default arrangement the system chose — and that was that.</a:t>
            </a:r>
            <a:br/>
            <a:br/>
            <a:r>
              <a:t>Now you can choose one of three layouts when you start a session:</a:t>
            </a:r>
            <a:br/>
            <a:br/>
            <a:r>
              <a:t>- **Horizontal** — panes sit side by side, like columns on a spreadsheet</a:t>
            </a:r>
            <a:br/>
            <a:r>
              <a:t>- **Vertical** — panes stack on top of each other</a:t>
            </a:r>
            <a:br/>
            <a:r>
              <a:t>- **Grid (2×2)** — panes fill a tidy four-square arrangement</a:t>
            </a:r>
            <a:br/>
            <a:br/>
            <a:r>
              <a:t>The system is also smart about it: if you have 4 or more agents, it automatically picks the grid layout. For 2–3 agents, it defaults to vertical stacking. You can also set your preferred layout once in a config file and never think about it again. And the TUI status dashboard is now always anchored in a consistent spot — directly below the team lead's pane — so you always know where to look.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it like choosing a window arrangement preset on your computer. The three options — side-by-side, stacked, and grid — cover the practical cases without overwhelming users with infinite choices. The smart default means most users never have to specify anything; the system picks the right shape based on team size. Saving the preference in a config file means power users can set it once and have it apply to every future session automatically. This is a deliberate "sensible default, easy override" design.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