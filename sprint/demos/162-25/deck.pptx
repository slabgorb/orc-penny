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Story 162-25</a:t>
            </a:r>
          </a:p>
          <a:p>
            <a:pPr>
              <a:defRPr sz="2000"/>
            </a:pPr>
            <a:r>
              <a:t>Git revision operators survive ref-prefixing in _branch_merge_state: refs/heads/feat~2, @{0}, caret forms all resolve (probed rc=0) to an ANCESTOR of the real tip — count 0 ahead reads merged, the 155-34 false-done from a direction prefixing doesn't cover; pre-existing on bare names too. Probed fix: validate with git check-ref-format --branch (rejects rc=128) and route invalid names to the existing unknown-aborts path (from 162-4 review)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**Problem:** A branch-tracking component incorrectly marked work as "complete" when a branch name contained special git revision syntax. Why it matters: teams could see a story show up as merged and done in the sprint board when the actual code was never merged — a silent false positive that erodes trust in automated status tracking and could cause teams to move on from work that wasn't actually shipped.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Imagine your project management tool checks whether a feature has been delivered by asking a source control system "is this branch merged?" The system does that by looking up the branch by name. If the branch name contains certain special characters (like `~2`, `^`, or `@{0}` — shorthand that git uses to mean "go back two commits"), git helpfully answers the question — but about an *older* version of the branch, not the current tip. The ancestor almost always looks merged, so the tracker declares success. Nothing was actually delivered.</a:t>
            </a:r>
            <a:br/>
            <a:br/>
            <a:r>
              <a:t>The fix adds an explicit name-validity check before any lookup happens. Git has a built-in validator (`git check-ref-format --branch`) that immediately rejects these malformed names with an error code. When that check fails, the tracker now routes the input to its existing "unknown branch — abort" path instead of silently querying the wrong commit.</a:t>
            </a:r>
            <a:br/>
            <a:br/>
            <a:r>
              <a:t>Two additional edge cases were closed at the same time: a branch name ending in a shell command-substitution pattern (like `$(rm -rf /)`) was being silently trimmed to just its first character before being used — changing the value instead of refusing it. And branch names containing invisible control characters were passing validation and being handed to git, which would loudly abort — noisy but unpredictable. Both now fail at the validation gate.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This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Git already has the right tool for this: `git check-ref-format --branch` is the canonical way to ask "is this a valid branch name?" rather than trying to enumerate every possible special character ourselves. Maintaining a custom blocklist would be an arms race — git's own validator knows every edge case because it ships with git.</a:t>
            </a:r>
            <a:br/>
            <a:br/>
            <a:r>
              <a:t>Routing failures to the existing unknown-branch abort path means no new error-handling branches were introduced. The fix is narrow: one validation call, one routing decision. Systems that were already handling legitimate unknown branches correctly continue to work the same way.</a:t>
            </a:r>
            <a:br/>
            <a:b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Before / After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| Scenario | Before | After |</a:t>
            </a:r>
            <a:br/>
            <a:r>
              <a:t>|---|---|---|</a:t>
            </a:r>
            <a:br/>
            <a:r>
              <a:t>| Branch name `feat~2` passed to merge-state check | Git resolves to ancestor commit; count-ahead = 0; story marked **Done** (false positive) | `git check-ref-format --branch` rejects with rc=128; routed to abort path; story status unchanged |</a:t>
            </a:r>
            <a:br/>
            <a:r>
              <a:t>| Branch name `feat^` | Same false-done outcome | Rejected at validation gate |</a:t>
            </a:r>
            <a:br/>
            <a:r>
              <a:t>| Branch name `@{0}` | Resolves to a reflog entry; unpredictable merge-state result | Rejected at validation gate |</a:t>
            </a:r>
            <a:br/>
            <a:r>
              <a:t>| Branch name ending in `$(rm -rf /)` | Silently trimmed to `$` (first character); lookup proceeds with wrong name | Rejected at validation gate — input refused, not rewritten |</a:t>
            </a:r>
            <a:br/>
            <a:r>
              <a:t>| Branch name containing a control character (e.g. `\x01`) | Passed through validator; git aborts loudly with an error | Caught at gate; clean failure before git is invoked |</a:t>
            </a:r>
            <a:br/>
            <a:r>
              <a:t>| Valid branch name `feat/login-flow` | Passes through, behavior unchanged | Passes validation (rc=0); behavior unchanged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/>
            </a:pPr>
            <a:r>
              <a:t>Questions?</a:t>
            </a:r>
          </a:p>
          <a:p>
            <a:pPr>
              <a:defRPr sz="1800"/>
            </a:pPr>
            <a:r>
              <a:t>Next steps and call to 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