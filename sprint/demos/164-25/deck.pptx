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164-25</a:t>
            </a:r>
          </a:p>
          <a:p>
            <a:pPr>
              <a:defRPr sz="2000"/>
            </a:pPr>
            <a:r>
              <a:t>Fix remaining Frame brownfield routes (hotspots/health-score/code-markers): same to_thread(async_fn) shape as 160-20 but DISTINCT deeper arg bugs — get_hotspots/get_code_markers call analyze_repo(name, path) with only project_dir (missing required 'path'); get_health_score passes a non-existent use_cache kwarg to analyze_healthscore. Each needs a design decision (name/path source, use_cache removal) + Path() + await. Also tighten test_frame_routes.py analysis-route tests which accept status_code in (200,500) and masked 160-20. From 160-20 TEA/Dev/Reviewer findings.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**Problem:** Three API endpoints in the Frame server — hotspots, health score, and code markers — were silently broken. When called, they would either crash with a confusing internal error or return incomplete results without any warning. **Why it matters:** These endpoints are core to the code analysis dashboard; a broken hotspots route means the "high-risk files" panel shows nothing or errors, degrading the developer experience and eroding trust in the tool.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Think of these three routes as delivery drivers who each had a different problem filling out their manifest before heading out:</a:t>
            </a:r>
            <a:br/>
            <a:br/>
            <a:r>
              <a:t>- The **hotspots** and **code markers** drivers were handed a package labeled "project folder" but needed *two* pieces of info: the project name *and* the folder path. They were only getting one, so they couldn't make the delivery.</a:t>
            </a:r>
            <a:br/>
            <a:r>
              <a:t>- The **health score** driver was handed a sticky note saying "use the cache" — but the warehouse doesn't have a cache system. The sticky note caused a crash before the driver even left.</a:t>
            </a:r>
            <a:br/>
            <a:br/>
            <a:r>
              <a:t>The fix: give each driver exactly what they need, remove the nonexistent instruction, and make sure the warehouse doors open correctly (async/await wiring). We also patched the quality inspector (the test suite) who was rubber-stamping crashes as "acceptable" — it was checking whether a route responded *at all*, not whether it responded *correctly*.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These bugs share the same root cause as a previous fix (story 160-20): routes that were migrated to async threading but whose internal function calls weren't updated to match. Rather than patching each individually with a quick workaround, the fix applies the same proven pattern from 160-20 — proper argument resolution, `Path()` type safety, and `await` threading — making all three routes consistent with each other and with the rest of the framework. The `use_cache` kwarg was simply removed rather than shimmed, because the underlying function never supported it and adding it would introduce false behavior.</a:t>
            </a:r>
            <a:br/>
            <a:br/>
            <a:r>
              <a:t>Tightening the tests is equally important: a test that accepts both success *and* failure as valid outcomes isn't a test — it's a rubber stamp. The updated tests assert correct status codes and response shapes, ensuring this class of bug can't hide again.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Before /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| | Before | After |</a:t>
            </a:r>
            <a:br/>
            <a:r>
              <a:t>|---|---|---|</a:t>
            </a:r>
            <a:br/>
            <a:r>
              <a:t>| **`GET /hotspots`** | `TypeError: analyze_repo() missing required argument: 'path'` → 500 | Returns 200 with ranked list of high-complexity files |</a:t>
            </a:r>
            <a:br/>
            <a:r>
              <a:t>| **`GET /code-markers`** | Same `TypeError` — same missing `path` arg | Returns 200 with marker annotations per file |</a:t>
            </a:r>
            <a:br/>
            <a:r>
              <a:t>| **`GET /health-score`** | `TypeError: analyze_healthscore() got unexpected keyword argument 'use_cache'` → 500 | Returns 200 with health score object |</a:t>
            </a:r>
            <a:br/>
            <a:r>
              <a:t>| **Test suite** | `assert status_code in (200, 500)` — crashes treated as passing | `assert status_code == 200` — crashes are now test failures |</a:t>
            </a:r>
            <a:br/>
            <a:r>
              <a:t>| **Async wiring** | Missing `await` on thread dispatch in affected routes | Proper `await to_thread(fn, ...)` pattern, consistent with 160-20 |</a:t>
            </a:r>
            <a:br/>
            <a:r>
              <a:t>| **Path handling** | Raw string passed to analysis functions | `Path(project_dir)` — type-safe, handles edge cases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